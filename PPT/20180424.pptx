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82" r:id="rId5"/>
    <p:sldId id="283" r:id="rId6"/>
    <p:sldId id="262" r:id="rId7"/>
    <p:sldId id="264" r:id="rId8"/>
    <p:sldId id="28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6" d="100"/>
          <a:sy n="96" d="100"/>
        </p:scale>
        <p:origin x="679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B77AFB-DBB0-4C3A-8253-EF8103591973}" type="datetimeFigureOut">
              <a:rPr lang="zh-CN" altLang="en-US" smtClean="0"/>
              <a:t>2018/4/24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13D75-0971-46E2-972F-876BF1F022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C13D75-0971-46E2-972F-876BF1F0223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C13D75-0971-46E2-972F-876BF1F0223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C13D75-0971-46E2-972F-876BF1F0223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C13D75-0971-46E2-972F-876BF1F0223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C13D75-0971-46E2-972F-876BF1F0223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C13D75-0971-46E2-972F-876BF1F0223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C13D75-0971-46E2-972F-876BF1F0223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C13D75-0971-46E2-972F-876BF1F0223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36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189738" y="2112735"/>
            <a:ext cx="1754414" cy="1754414"/>
          </a:xfrm>
          <a:custGeom>
            <a:avLst/>
            <a:gdLst>
              <a:gd name="connsiteX0" fmla="*/ 877207 w 1754414"/>
              <a:gd name="connsiteY0" fmla="*/ 0 h 1754414"/>
              <a:gd name="connsiteX1" fmla="*/ 1754414 w 1754414"/>
              <a:gd name="connsiteY1" fmla="*/ 877207 h 1754414"/>
              <a:gd name="connsiteX2" fmla="*/ 877207 w 1754414"/>
              <a:gd name="connsiteY2" fmla="*/ 1754414 h 1754414"/>
              <a:gd name="connsiteX3" fmla="*/ 0 w 1754414"/>
              <a:gd name="connsiteY3" fmla="*/ 877207 h 1754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4414" h="1754414">
                <a:moveTo>
                  <a:pt x="877207" y="0"/>
                </a:moveTo>
                <a:lnTo>
                  <a:pt x="1754414" y="877207"/>
                </a:lnTo>
                <a:lnTo>
                  <a:pt x="877207" y="1754414"/>
                </a:lnTo>
                <a:lnTo>
                  <a:pt x="0" y="8772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1"/>
          </p:nvPr>
        </p:nvSpPr>
        <p:spPr>
          <a:xfrm>
            <a:off x="3875775" y="2112735"/>
            <a:ext cx="1754414" cy="1754414"/>
          </a:xfrm>
          <a:custGeom>
            <a:avLst/>
            <a:gdLst>
              <a:gd name="connsiteX0" fmla="*/ 877207 w 1754414"/>
              <a:gd name="connsiteY0" fmla="*/ 0 h 1754414"/>
              <a:gd name="connsiteX1" fmla="*/ 1754414 w 1754414"/>
              <a:gd name="connsiteY1" fmla="*/ 877207 h 1754414"/>
              <a:gd name="connsiteX2" fmla="*/ 877207 w 1754414"/>
              <a:gd name="connsiteY2" fmla="*/ 1754414 h 1754414"/>
              <a:gd name="connsiteX3" fmla="*/ 0 w 1754414"/>
              <a:gd name="connsiteY3" fmla="*/ 877207 h 1754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4414" h="1754414">
                <a:moveTo>
                  <a:pt x="877207" y="0"/>
                </a:moveTo>
                <a:lnTo>
                  <a:pt x="1754414" y="877207"/>
                </a:lnTo>
                <a:lnTo>
                  <a:pt x="877207" y="1754414"/>
                </a:lnTo>
                <a:lnTo>
                  <a:pt x="0" y="8772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6561812" y="2112735"/>
            <a:ext cx="1754414" cy="1754414"/>
          </a:xfrm>
          <a:custGeom>
            <a:avLst/>
            <a:gdLst>
              <a:gd name="connsiteX0" fmla="*/ 877207 w 1754414"/>
              <a:gd name="connsiteY0" fmla="*/ 0 h 1754414"/>
              <a:gd name="connsiteX1" fmla="*/ 1754414 w 1754414"/>
              <a:gd name="connsiteY1" fmla="*/ 877207 h 1754414"/>
              <a:gd name="connsiteX2" fmla="*/ 877207 w 1754414"/>
              <a:gd name="connsiteY2" fmla="*/ 1754414 h 1754414"/>
              <a:gd name="connsiteX3" fmla="*/ 0 w 1754414"/>
              <a:gd name="connsiteY3" fmla="*/ 877207 h 1754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4414" h="1754414">
                <a:moveTo>
                  <a:pt x="877207" y="0"/>
                </a:moveTo>
                <a:lnTo>
                  <a:pt x="1754414" y="877207"/>
                </a:lnTo>
                <a:lnTo>
                  <a:pt x="877207" y="1754414"/>
                </a:lnTo>
                <a:lnTo>
                  <a:pt x="0" y="8772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3"/>
          </p:nvPr>
        </p:nvSpPr>
        <p:spPr>
          <a:xfrm>
            <a:off x="9247849" y="2112735"/>
            <a:ext cx="1754414" cy="1754414"/>
          </a:xfrm>
          <a:custGeom>
            <a:avLst/>
            <a:gdLst>
              <a:gd name="connsiteX0" fmla="*/ 877207 w 1754414"/>
              <a:gd name="connsiteY0" fmla="*/ 0 h 1754414"/>
              <a:gd name="connsiteX1" fmla="*/ 1754414 w 1754414"/>
              <a:gd name="connsiteY1" fmla="*/ 877207 h 1754414"/>
              <a:gd name="connsiteX2" fmla="*/ 877207 w 1754414"/>
              <a:gd name="connsiteY2" fmla="*/ 1754414 h 1754414"/>
              <a:gd name="connsiteX3" fmla="*/ 0 w 1754414"/>
              <a:gd name="connsiteY3" fmla="*/ 877207 h 1754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4414" h="1754414">
                <a:moveTo>
                  <a:pt x="877207" y="0"/>
                </a:moveTo>
                <a:lnTo>
                  <a:pt x="1754414" y="877207"/>
                </a:lnTo>
                <a:lnTo>
                  <a:pt x="877207" y="1754414"/>
                </a:lnTo>
                <a:lnTo>
                  <a:pt x="0" y="8772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117600" y="4209143"/>
            <a:ext cx="5181600" cy="2046514"/>
          </a:xfrm>
          <a:custGeom>
            <a:avLst/>
            <a:gdLst>
              <a:gd name="connsiteX0" fmla="*/ 0 w 5181600"/>
              <a:gd name="connsiteY0" fmla="*/ 0 h 2046514"/>
              <a:gd name="connsiteX1" fmla="*/ 5181600 w 5181600"/>
              <a:gd name="connsiteY1" fmla="*/ 0 h 2046514"/>
              <a:gd name="connsiteX2" fmla="*/ 5181600 w 5181600"/>
              <a:gd name="connsiteY2" fmla="*/ 2046514 h 2046514"/>
              <a:gd name="connsiteX3" fmla="*/ 0 w 5181600"/>
              <a:gd name="connsiteY3" fmla="*/ 2046514 h 2046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1600" h="2046514">
                <a:moveTo>
                  <a:pt x="0" y="0"/>
                </a:moveTo>
                <a:lnTo>
                  <a:pt x="5181600" y="0"/>
                </a:lnTo>
                <a:lnTo>
                  <a:pt x="5181600" y="2046514"/>
                </a:lnTo>
                <a:lnTo>
                  <a:pt x="0" y="20465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6498078" y="1681843"/>
            <a:ext cx="4576322" cy="4573814"/>
          </a:xfrm>
          <a:custGeom>
            <a:avLst/>
            <a:gdLst>
              <a:gd name="connsiteX0" fmla="*/ 0 w 4576322"/>
              <a:gd name="connsiteY0" fmla="*/ 0 h 4573814"/>
              <a:gd name="connsiteX1" fmla="*/ 4576322 w 4576322"/>
              <a:gd name="connsiteY1" fmla="*/ 0 h 4573814"/>
              <a:gd name="connsiteX2" fmla="*/ 4576322 w 4576322"/>
              <a:gd name="connsiteY2" fmla="*/ 4573814 h 4573814"/>
              <a:gd name="connsiteX3" fmla="*/ 0 w 4576322"/>
              <a:gd name="connsiteY3" fmla="*/ 4573814 h 457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6322" h="4573814">
                <a:moveTo>
                  <a:pt x="0" y="0"/>
                </a:moveTo>
                <a:lnTo>
                  <a:pt x="4576322" y="0"/>
                </a:lnTo>
                <a:lnTo>
                  <a:pt x="4576322" y="4573814"/>
                </a:lnTo>
                <a:lnTo>
                  <a:pt x="0" y="45738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911559" y="3207658"/>
            <a:ext cx="4998597" cy="2801259"/>
          </a:xfrm>
          <a:custGeom>
            <a:avLst/>
            <a:gdLst>
              <a:gd name="connsiteX0" fmla="*/ 0 w 4998597"/>
              <a:gd name="connsiteY0" fmla="*/ 0 h 2801259"/>
              <a:gd name="connsiteX1" fmla="*/ 4998597 w 4998597"/>
              <a:gd name="connsiteY1" fmla="*/ 0 h 2801259"/>
              <a:gd name="connsiteX2" fmla="*/ 4998597 w 4998597"/>
              <a:gd name="connsiteY2" fmla="*/ 2801259 h 2801259"/>
              <a:gd name="connsiteX3" fmla="*/ 0 w 4998597"/>
              <a:gd name="connsiteY3" fmla="*/ 2801259 h 2801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8597" h="2801259">
                <a:moveTo>
                  <a:pt x="0" y="0"/>
                </a:moveTo>
                <a:lnTo>
                  <a:pt x="4998597" y="0"/>
                </a:lnTo>
                <a:lnTo>
                  <a:pt x="4998597" y="2801259"/>
                </a:lnTo>
                <a:lnTo>
                  <a:pt x="0" y="280125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6281845" y="3207658"/>
            <a:ext cx="4998597" cy="2801259"/>
          </a:xfrm>
          <a:custGeom>
            <a:avLst/>
            <a:gdLst>
              <a:gd name="connsiteX0" fmla="*/ 0 w 4998597"/>
              <a:gd name="connsiteY0" fmla="*/ 0 h 2801259"/>
              <a:gd name="connsiteX1" fmla="*/ 4998597 w 4998597"/>
              <a:gd name="connsiteY1" fmla="*/ 0 h 2801259"/>
              <a:gd name="connsiteX2" fmla="*/ 4998597 w 4998597"/>
              <a:gd name="connsiteY2" fmla="*/ 2801259 h 2801259"/>
              <a:gd name="connsiteX3" fmla="*/ 0 w 4998597"/>
              <a:gd name="connsiteY3" fmla="*/ 2801259 h 2801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8597" h="2801259">
                <a:moveTo>
                  <a:pt x="0" y="0"/>
                </a:moveTo>
                <a:lnTo>
                  <a:pt x="4998597" y="0"/>
                </a:lnTo>
                <a:lnTo>
                  <a:pt x="4998597" y="2801259"/>
                </a:lnTo>
                <a:lnTo>
                  <a:pt x="0" y="280125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193800" y="1866900"/>
            <a:ext cx="4728722" cy="1905000"/>
          </a:xfrm>
          <a:custGeom>
            <a:avLst/>
            <a:gdLst>
              <a:gd name="connsiteX0" fmla="*/ 0 w 4728722"/>
              <a:gd name="connsiteY0" fmla="*/ 0 h 1905000"/>
              <a:gd name="connsiteX1" fmla="*/ 4728722 w 4728722"/>
              <a:gd name="connsiteY1" fmla="*/ 0 h 1905000"/>
              <a:gd name="connsiteX2" fmla="*/ 4728722 w 4728722"/>
              <a:gd name="connsiteY2" fmla="*/ 1905000 h 1905000"/>
              <a:gd name="connsiteX3" fmla="*/ 0 w 4728722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28722" h="1905000">
                <a:moveTo>
                  <a:pt x="0" y="0"/>
                </a:moveTo>
                <a:lnTo>
                  <a:pt x="4728722" y="0"/>
                </a:lnTo>
                <a:lnTo>
                  <a:pt x="4728722" y="1905000"/>
                </a:lnTo>
                <a:lnTo>
                  <a:pt x="0" y="1905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6273800" y="1866900"/>
            <a:ext cx="4728722" cy="1905000"/>
          </a:xfrm>
          <a:custGeom>
            <a:avLst/>
            <a:gdLst>
              <a:gd name="connsiteX0" fmla="*/ 0 w 4728722"/>
              <a:gd name="connsiteY0" fmla="*/ 0 h 1905000"/>
              <a:gd name="connsiteX1" fmla="*/ 4728722 w 4728722"/>
              <a:gd name="connsiteY1" fmla="*/ 0 h 1905000"/>
              <a:gd name="connsiteX2" fmla="*/ 4728722 w 4728722"/>
              <a:gd name="connsiteY2" fmla="*/ 1905000 h 1905000"/>
              <a:gd name="connsiteX3" fmla="*/ 0 w 4728722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28722" h="1905000">
                <a:moveTo>
                  <a:pt x="0" y="0"/>
                </a:moveTo>
                <a:lnTo>
                  <a:pt x="4728722" y="0"/>
                </a:lnTo>
                <a:lnTo>
                  <a:pt x="4728722" y="1905000"/>
                </a:lnTo>
                <a:lnTo>
                  <a:pt x="0" y="1905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1193800" y="4102100"/>
            <a:ext cx="4728722" cy="1905000"/>
          </a:xfrm>
          <a:custGeom>
            <a:avLst/>
            <a:gdLst>
              <a:gd name="connsiteX0" fmla="*/ 0 w 4728722"/>
              <a:gd name="connsiteY0" fmla="*/ 0 h 1905000"/>
              <a:gd name="connsiteX1" fmla="*/ 4728722 w 4728722"/>
              <a:gd name="connsiteY1" fmla="*/ 0 h 1905000"/>
              <a:gd name="connsiteX2" fmla="*/ 4728722 w 4728722"/>
              <a:gd name="connsiteY2" fmla="*/ 1905000 h 1905000"/>
              <a:gd name="connsiteX3" fmla="*/ 0 w 4728722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28722" h="1905000">
                <a:moveTo>
                  <a:pt x="0" y="0"/>
                </a:moveTo>
                <a:lnTo>
                  <a:pt x="4728722" y="0"/>
                </a:lnTo>
                <a:lnTo>
                  <a:pt x="4728722" y="1905000"/>
                </a:lnTo>
                <a:lnTo>
                  <a:pt x="0" y="1905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1709548" y="2004786"/>
            <a:ext cx="1473200" cy="1473200"/>
          </a:xfrm>
          <a:custGeom>
            <a:avLst/>
            <a:gdLst>
              <a:gd name="connsiteX0" fmla="*/ 0 w 1473200"/>
              <a:gd name="connsiteY0" fmla="*/ 0 h 1473200"/>
              <a:gd name="connsiteX1" fmla="*/ 1473200 w 1473200"/>
              <a:gd name="connsiteY1" fmla="*/ 0 h 1473200"/>
              <a:gd name="connsiteX2" fmla="*/ 1473200 w 1473200"/>
              <a:gd name="connsiteY2" fmla="*/ 1473200 h 1473200"/>
              <a:gd name="connsiteX3" fmla="*/ 0 w 1473200"/>
              <a:gd name="connsiteY3" fmla="*/ 1473200 h 14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3200" h="1473200">
                <a:moveTo>
                  <a:pt x="0" y="0"/>
                </a:moveTo>
                <a:lnTo>
                  <a:pt x="1473200" y="0"/>
                </a:lnTo>
                <a:lnTo>
                  <a:pt x="1473200" y="1473200"/>
                </a:lnTo>
                <a:lnTo>
                  <a:pt x="0" y="1473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4103813" y="2741386"/>
            <a:ext cx="1473200" cy="1473200"/>
          </a:xfrm>
          <a:custGeom>
            <a:avLst/>
            <a:gdLst>
              <a:gd name="connsiteX0" fmla="*/ 0 w 1473200"/>
              <a:gd name="connsiteY0" fmla="*/ 0 h 1473200"/>
              <a:gd name="connsiteX1" fmla="*/ 1473200 w 1473200"/>
              <a:gd name="connsiteY1" fmla="*/ 0 h 1473200"/>
              <a:gd name="connsiteX2" fmla="*/ 1473200 w 1473200"/>
              <a:gd name="connsiteY2" fmla="*/ 1473200 h 1473200"/>
              <a:gd name="connsiteX3" fmla="*/ 0 w 1473200"/>
              <a:gd name="connsiteY3" fmla="*/ 1473200 h 14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3200" h="1473200">
                <a:moveTo>
                  <a:pt x="0" y="0"/>
                </a:moveTo>
                <a:lnTo>
                  <a:pt x="1473200" y="0"/>
                </a:lnTo>
                <a:lnTo>
                  <a:pt x="1473200" y="1473200"/>
                </a:lnTo>
                <a:lnTo>
                  <a:pt x="0" y="1473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498078" y="2004786"/>
            <a:ext cx="1473200" cy="1473200"/>
          </a:xfrm>
          <a:custGeom>
            <a:avLst/>
            <a:gdLst>
              <a:gd name="connsiteX0" fmla="*/ 0 w 1473200"/>
              <a:gd name="connsiteY0" fmla="*/ 0 h 1473200"/>
              <a:gd name="connsiteX1" fmla="*/ 1473200 w 1473200"/>
              <a:gd name="connsiteY1" fmla="*/ 0 h 1473200"/>
              <a:gd name="connsiteX2" fmla="*/ 1473200 w 1473200"/>
              <a:gd name="connsiteY2" fmla="*/ 1473200 h 1473200"/>
              <a:gd name="connsiteX3" fmla="*/ 0 w 1473200"/>
              <a:gd name="connsiteY3" fmla="*/ 1473200 h 14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3200" h="1473200">
                <a:moveTo>
                  <a:pt x="0" y="0"/>
                </a:moveTo>
                <a:lnTo>
                  <a:pt x="1473200" y="0"/>
                </a:lnTo>
                <a:lnTo>
                  <a:pt x="1473200" y="1473200"/>
                </a:lnTo>
                <a:lnTo>
                  <a:pt x="0" y="1473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8892343" y="2741386"/>
            <a:ext cx="1473200" cy="1473200"/>
          </a:xfrm>
          <a:custGeom>
            <a:avLst/>
            <a:gdLst>
              <a:gd name="connsiteX0" fmla="*/ 0 w 1473200"/>
              <a:gd name="connsiteY0" fmla="*/ 0 h 1473200"/>
              <a:gd name="connsiteX1" fmla="*/ 1473200 w 1473200"/>
              <a:gd name="connsiteY1" fmla="*/ 0 h 1473200"/>
              <a:gd name="connsiteX2" fmla="*/ 1473200 w 1473200"/>
              <a:gd name="connsiteY2" fmla="*/ 1473200 h 1473200"/>
              <a:gd name="connsiteX3" fmla="*/ 0 w 1473200"/>
              <a:gd name="connsiteY3" fmla="*/ 1473200 h 14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3200" h="1473200">
                <a:moveTo>
                  <a:pt x="0" y="0"/>
                </a:moveTo>
                <a:lnTo>
                  <a:pt x="1473200" y="0"/>
                </a:lnTo>
                <a:lnTo>
                  <a:pt x="1473200" y="1473200"/>
                </a:lnTo>
                <a:lnTo>
                  <a:pt x="0" y="1473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332690" y="1746250"/>
            <a:ext cx="2709422" cy="3524250"/>
          </a:xfrm>
          <a:custGeom>
            <a:avLst/>
            <a:gdLst>
              <a:gd name="connsiteX0" fmla="*/ 0 w 2709422"/>
              <a:gd name="connsiteY0" fmla="*/ 0 h 3524250"/>
              <a:gd name="connsiteX1" fmla="*/ 2709422 w 2709422"/>
              <a:gd name="connsiteY1" fmla="*/ 0 h 3524250"/>
              <a:gd name="connsiteX2" fmla="*/ 2709422 w 2709422"/>
              <a:gd name="connsiteY2" fmla="*/ 3524250 h 3524250"/>
              <a:gd name="connsiteX3" fmla="*/ 0 w 2709422"/>
              <a:gd name="connsiteY3" fmla="*/ 3524250 h 352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9422" h="3524250">
                <a:moveTo>
                  <a:pt x="0" y="0"/>
                </a:moveTo>
                <a:lnTo>
                  <a:pt x="2709422" y="0"/>
                </a:lnTo>
                <a:lnTo>
                  <a:pt x="2709422" y="3524250"/>
                </a:lnTo>
                <a:lnTo>
                  <a:pt x="0" y="3524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4746829" y="1746250"/>
            <a:ext cx="2709422" cy="3524250"/>
          </a:xfrm>
          <a:custGeom>
            <a:avLst/>
            <a:gdLst>
              <a:gd name="connsiteX0" fmla="*/ 0 w 2709422"/>
              <a:gd name="connsiteY0" fmla="*/ 0 h 3524250"/>
              <a:gd name="connsiteX1" fmla="*/ 2709422 w 2709422"/>
              <a:gd name="connsiteY1" fmla="*/ 0 h 3524250"/>
              <a:gd name="connsiteX2" fmla="*/ 2709422 w 2709422"/>
              <a:gd name="connsiteY2" fmla="*/ 3524250 h 3524250"/>
              <a:gd name="connsiteX3" fmla="*/ 0 w 2709422"/>
              <a:gd name="connsiteY3" fmla="*/ 3524250 h 352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9422" h="3524250">
                <a:moveTo>
                  <a:pt x="0" y="0"/>
                </a:moveTo>
                <a:lnTo>
                  <a:pt x="2709422" y="0"/>
                </a:lnTo>
                <a:lnTo>
                  <a:pt x="2709422" y="3524250"/>
                </a:lnTo>
                <a:lnTo>
                  <a:pt x="0" y="3524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160968" y="1746250"/>
            <a:ext cx="2709422" cy="3524250"/>
          </a:xfrm>
          <a:custGeom>
            <a:avLst/>
            <a:gdLst>
              <a:gd name="connsiteX0" fmla="*/ 0 w 2709422"/>
              <a:gd name="connsiteY0" fmla="*/ 0 h 3524250"/>
              <a:gd name="connsiteX1" fmla="*/ 2709422 w 2709422"/>
              <a:gd name="connsiteY1" fmla="*/ 0 h 3524250"/>
              <a:gd name="connsiteX2" fmla="*/ 2709422 w 2709422"/>
              <a:gd name="connsiteY2" fmla="*/ 3524250 h 3524250"/>
              <a:gd name="connsiteX3" fmla="*/ 0 w 2709422"/>
              <a:gd name="connsiteY3" fmla="*/ 3524250 h 352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9422" h="3524250">
                <a:moveTo>
                  <a:pt x="0" y="0"/>
                </a:moveTo>
                <a:lnTo>
                  <a:pt x="2709422" y="0"/>
                </a:lnTo>
                <a:lnTo>
                  <a:pt x="2709422" y="3524250"/>
                </a:lnTo>
                <a:lnTo>
                  <a:pt x="0" y="35242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539401" y="1955802"/>
            <a:ext cx="9128598" cy="3035300"/>
          </a:xfrm>
          <a:custGeom>
            <a:avLst/>
            <a:gdLst>
              <a:gd name="connsiteX0" fmla="*/ 4647286 w 9128598"/>
              <a:gd name="connsiteY0" fmla="*/ 666285 h 3035300"/>
              <a:gd name="connsiteX1" fmla="*/ 6804955 w 9128598"/>
              <a:gd name="connsiteY1" fmla="*/ 666285 h 3035300"/>
              <a:gd name="connsiteX2" fmla="*/ 6804955 w 9128598"/>
              <a:gd name="connsiteY2" fmla="*/ 3035300 h 3035300"/>
              <a:gd name="connsiteX3" fmla="*/ 4647286 w 9128598"/>
              <a:gd name="connsiteY3" fmla="*/ 3035300 h 3035300"/>
              <a:gd name="connsiteX4" fmla="*/ 6970929 w 9128598"/>
              <a:gd name="connsiteY4" fmla="*/ 0 h 3035300"/>
              <a:gd name="connsiteX5" fmla="*/ 9128598 w 9128598"/>
              <a:gd name="connsiteY5" fmla="*/ 0 h 3035300"/>
              <a:gd name="connsiteX6" fmla="*/ 9128598 w 9128598"/>
              <a:gd name="connsiteY6" fmla="*/ 3035300 h 3035300"/>
              <a:gd name="connsiteX7" fmla="*/ 6970929 w 9128598"/>
              <a:gd name="connsiteY7" fmla="*/ 3035300 h 3035300"/>
              <a:gd name="connsiteX8" fmla="*/ 2323643 w 9128598"/>
              <a:gd name="connsiteY8" fmla="*/ 0 h 3035300"/>
              <a:gd name="connsiteX9" fmla="*/ 4481312 w 9128598"/>
              <a:gd name="connsiteY9" fmla="*/ 0 h 3035300"/>
              <a:gd name="connsiteX10" fmla="*/ 4481312 w 9128598"/>
              <a:gd name="connsiteY10" fmla="*/ 2421894 h 3035300"/>
              <a:gd name="connsiteX11" fmla="*/ 2323643 w 9128598"/>
              <a:gd name="connsiteY11" fmla="*/ 2421894 h 3035300"/>
              <a:gd name="connsiteX12" fmla="*/ 0 w 9128598"/>
              <a:gd name="connsiteY12" fmla="*/ 0 h 3035300"/>
              <a:gd name="connsiteX13" fmla="*/ 2157669 w 9128598"/>
              <a:gd name="connsiteY13" fmla="*/ 0 h 3035300"/>
              <a:gd name="connsiteX14" fmla="*/ 2157669 w 9128598"/>
              <a:gd name="connsiteY14" fmla="*/ 3035300 h 3035300"/>
              <a:gd name="connsiteX15" fmla="*/ 0 w 9128598"/>
              <a:gd name="connsiteY15" fmla="*/ 3035300 h 303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128598" h="3035300">
                <a:moveTo>
                  <a:pt x="4647286" y="666285"/>
                </a:moveTo>
                <a:lnTo>
                  <a:pt x="6804955" y="666285"/>
                </a:lnTo>
                <a:lnTo>
                  <a:pt x="6804955" y="3035300"/>
                </a:lnTo>
                <a:lnTo>
                  <a:pt x="4647286" y="3035300"/>
                </a:lnTo>
                <a:close/>
                <a:moveTo>
                  <a:pt x="6970929" y="0"/>
                </a:moveTo>
                <a:lnTo>
                  <a:pt x="9128598" y="0"/>
                </a:lnTo>
                <a:lnTo>
                  <a:pt x="9128598" y="3035300"/>
                </a:lnTo>
                <a:lnTo>
                  <a:pt x="6970929" y="3035300"/>
                </a:lnTo>
                <a:close/>
                <a:moveTo>
                  <a:pt x="2323643" y="0"/>
                </a:moveTo>
                <a:lnTo>
                  <a:pt x="4481312" y="0"/>
                </a:lnTo>
                <a:lnTo>
                  <a:pt x="4481312" y="2421894"/>
                </a:lnTo>
                <a:lnTo>
                  <a:pt x="2323643" y="2421894"/>
                </a:lnTo>
                <a:close/>
                <a:moveTo>
                  <a:pt x="0" y="0"/>
                </a:moveTo>
                <a:lnTo>
                  <a:pt x="2157669" y="0"/>
                </a:lnTo>
                <a:lnTo>
                  <a:pt x="2157669" y="3035300"/>
                </a:lnTo>
                <a:lnTo>
                  <a:pt x="0" y="30353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695326" y="2032000"/>
            <a:ext cx="5802753" cy="3873500"/>
          </a:xfrm>
          <a:custGeom>
            <a:avLst/>
            <a:gdLst>
              <a:gd name="connsiteX0" fmla="*/ 0 w 5802753"/>
              <a:gd name="connsiteY0" fmla="*/ 0 h 3873500"/>
              <a:gd name="connsiteX1" fmla="*/ 5802753 w 5802753"/>
              <a:gd name="connsiteY1" fmla="*/ 0 h 3873500"/>
              <a:gd name="connsiteX2" fmla="*/ 5802753 w 5802753"/>
              <a:gd name="connsiteY2" fmla="*/ 3873500 h 3873500"/>
              <a:gd name="connsiteX3" fmla="*/ 0 w 5802753"/>
              <a:gd name="connsiteY3" fmla="*/ 3873500 h 387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02753" h="3873500">
                <a:moveTo>
                  <a:pt x="0" y="0"/>
                </a:moveTo>
                <a:lnTo>
                  <a:pt x="5802753" y="0"/>
                </a:lnTo>
                <a:lnTo>
                  <a:pt x="5802753" y="3873500"/>
                </a:lnTo>
                <a:lnTo>
                  <a:pt x="0" y="38735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137558" y="2154903"/>
            <a:ext cx="2689324" cy="1749270"/>
          </a:xfrm>
          <a:custGeom>
            <a:avLst/>
            <a:gdLst>
              <a:gd name="connsiteX0" fmla="*/ 0 w 2689324"/>
              <a:gd name="connsiteY0" fmla="*/ 0 h 1749270"/>
              <a:gd name="connsiteX1" fmla="*/ 2689324 w 2689324"/>
              <a:gd name="connsiteY1" fmla="*/ 0 h 1749270"/>
              <a:gd name="connsiteX2" fmla="*/ 2689324 w 2689324"/>
              <a:gd name="connsiteY2" fmla="*/ 1749270 h 1749270"/>
              <a:gd name="connsiteX3" fmla="*/ 0 w 2689324"/>
              <a:gd name="connsiteY3" fmla="*/ 1749270 h 1749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9324" h="1749270">
                <a:moveTo>
                  <a:pt x="0" y="0"/>
                </a:moveTo>
                <a:lnTo>
                  <a:pt x="2689324" y="0"/>
                </a:lnTo>
                <a:lnTo>
                  <a:pt x="2689324" y="1749270"/>
                </a:lnTo>
                <a:lnTo>
                  <a:pt x="0" y="174927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4751337" y="2154903"/>
            <a:ext cx="2689324" cy="1749270"/>
          </a:xfrm>
          <a:custGeom>
            <a:avLst/>
            <a:gdLst>
              <a:gd name="connsiteX0" fmla="*/ 0 w 2689324"/>
              <a:gd name="connsiteY0" fmla="*/ 0 h 1749270"/>
              <a:gd name="connsiteX1" fmla="*/ 2689324 w 2689324"/>
              <a:gd name="connsiteY1" fmla="*/ 0 h 1749270"/>
              <a:gd name="connsiteX2" fmla="*/ 2689324 w 2689324"/>
              <a:gd name="connsiteY2" fmla="*/ 1749270 h 1749270"/>
              <a:gd name="connsiteX3" fmla="*/ 0 w 2689324"/>
              <a:gd name="connsiteY3" fmla="*/ 1749270 h 1749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9324" h="1749270">
                <a:moveTo>
                  <a:pt x="0" y="0"/>
                </a:moveTo>
                <a:lnTo>
                  <a:pt x="2689324" y="0"/>
                </a:lnTo>
                <a:lnTo>
                  <a:pt x="2689324" y="1749270"/>
                </a:lnTo>
                <a:lnTo>
                  <a:pt x="0" y="174927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365117" y="2154903"/>
            <a:ext cx="2689324" cy="1749270"/>
          </a:xfrm>
          <a:custGeom>
            <a:avLst/>
            <a:gdLst>
              <a:gd name="connsiteX0" fmla="*/ 0 w 2689324"/>
              <a:gd name="connsiteY0" fmla="*/ 0 h 1749270"/>
              <a:gd name="connsiteX1" fmla="*/ 2689324 w 2689324"/>
              <a:gd name="connsiteY1" fmla="*/ 0 h 1749270"/>
              <a:gd name="connsiteX2" fmla="*/ 2689324 w 2689324"/>
              <a:gd name="connsiteY2" fmla="*/ 1749270 h 1749270"/>
              <a:gd name="connsiteX3" fmla="*/ 0 w 2689324"/>
              <a:gd name="connsiteY3" fmla="*/ 1749270 h 1749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9324" h="1749270">
                <a:moveTo>
                  <a:pt x="0" y="0"/>
                </a:moveTo>
                <a:lnTo>
                  <a:pt x="2689324" y="0"/>
                </a:lnTo>
                <a:lnTo>
                  <a:pt x="2689324" y="1749270"/>
                </a:lnTo>
                <a:lnTo>
                  <a:pt x="0" y="174927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695325" y="647700"/>
            <a:ext cx="4048125" cy="5505450"/>
          </a:xfrm>
          <a:custGeom>
            <a:avLst/>
            <a:gdLst>
              <a:gd name="connsiteX0" fmla="*/ 0 w 4048125"/>
              <a:gd name="connsiteY0" fmla="*/ 0 h 5505450"/>
              <a:gd name="connsiteX1" fmla="*/ 4048125 w 4048125"/>
              <a:gd name="connsiteY1" fmla="*/ 0 h 5505450"/>
              <a:gd name="connsiteX2" fmla="*/ 4048125 w 4048125"/>
              <a:gd name="connsiteY2" fmla="*/ 5505450 h 5505450"/>
              <a:gd name="connsiteX3" fmla="*/ 0 w 4048125"/>
              <a:gd name="connsiteY3" fmla="*/ 5505450 h 550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8125" h="5505450">
                <a:moveTo>
                  <a:pt x="0" y="0"/>
                </a:moveTo>
                <a:lnTo>
                  <a:pt x="4048125" y="0"/>
                </a:lnTo>
                <a:lnTo>
                  <a:pt x="4048125" y="5505450"/>
                </a:lnTo>
                <a:lnTo>
                  <a:pt x="0" y="55054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695325" y="650930"/>
            <a:ext cx="10801351" cy="3177153"/>
          </a:xfrm>
          <a:custGeom>
            <a:avLst/>
            <a:gdLst>
              <a:gd name="connsiteX0" fmla="*/ 0 w 10801351"/>
              <a:gd name="connsiteY0" fmla="*/ 0 h 3177153"/>
              <a:gd name="connsiteX1" fmla="*/ 10801351 w 10801351"/>
              <a:gd name="connsiteY1" fmla="*/ 0 h 3177153"/>
              <a:gd name="connsiteX2" fmla="*/ 10801351 w 10801351"/>
              <a:gd name="connsiteY2" fmla="*/ 3177153 h 3177153"/>
              <a:gd name="connsiteX3" fmla="*/ 0 w 10801351"/>
              <a:gd name="connsiteY3" fmla="*/ 3177153 h 317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01351" h="3177153">
                <a:moveTo>
                  <a:pt x="0" y="0"/>
                </a:moveTo>
                <a:lnTo>
                  <a:pt x="10801351" y="0"/>
                </a:lnTo>
                <a:lnTo>
                  <a:pt x="10801351" y="3177153"/>
                </a:lnTo>
                <a:lnTo>
                  <a:pt x="0" y="317715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8613676" y="6598630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占位符 34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/>
      </p:pic>
      <p:sp>
        <p:nvSpPr>
          <p:cNvPr id="3" name="矩形 2"/>
          <p:cNvSpPr/>
          <p:nvPr/>
        </p:nvSpPr>
        <p:spPr>
          <a:xfrm>
            <a:off x="1637656" y="2685532"/>
            <a:ext cx="8916690" cy="2750047"/>
          </a:xfrm>
          <a:prstGeom prst="rect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164599" y="3038926"/>
            <a:ext cx="7862804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/>
          <a:p>
            <a:pPr algn="dist"/>
            <a:r>
              <a:rPr lang="zh-CN" altLang="zh-CN" sz="2800" b="1" dirty="0"/>
              <a:t>基于行为序列的用户兴趣挖掘研究</a:t>
            </a:r>
            <a:endParaRPr lang="zh-CN" altLang="en-US" sz="2800" b="1" dirty="0">
              <a:latin typeface="Geometr415 Blk BT" panose="020B08020202040203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99572" y="4191754"/>
            <a:ext cx="3032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汇报人     ：  王伟</a:t>
            </a:r>
            <a:endParaRPr lang="en-US" altLang="zh-CN" dirty="0"/>
          </a:p>
          <a:p>
            <a:r>
              <a:rPr lang="zh-CN" altLang="en-US" dirty="0"/>
              <a:t>汇报日期  ： </a:t>
            </a:r>
            <a:r>
              <a:rPr lang="en-US" altLang="zh-CN" dirty="0"/>
              <a:t>2018/4/24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占位符 29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/>
      </p:pic>
      <p:sp>
        <p:nvSpPr>
          <p:cNvPr id="3" name="矩形 2"/>
          <p:cNvSpPr/>
          <p:nvPr/>
        </p:nvSpPr>
        <p:spPr>
          <a:xfrm>
            <a:off x="1637655" y="1882350"/>
            <a:ext cx="9859019" cy="3896130"/>
          </a:xfrm>
          <a:prstGeom prst="rect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67164" y="937052"/>
            <a:ext cx="4883903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/>
          <a:p>
            <a:pPr algn="dist"/>
            <a:r>
              <a:rPr lang="en-US" altLang="zh-CN" sz="4800" dirty="0">
                <a:latin typeface="Geometr415 Blk BT" panose="020B0802020204020303" pitchFamily="34" charset="0"/>
              </a:rPr>
              <a:t>CONTENTS</a:t>
            </a:r>
            <a:endParaRPr lang="zh-CN" altLang="en-US" sz="4800" dirty="0">
              <a:latin typeface="Geometr415 Blk BT" panose="020B0802020204020303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685780" y="2237997"/>
            <a:ext cx="5703051" cy="646331"/>
            <a:chOff x="5010151" y="2610534"/>
            <a:chExt cx="5703051" cy="646331"/>
          </a:xfrm>
        </p:grpSpPr>
        <p:grpSp>
          <p:nvGrpSpPr>
            <p:cNvPr id="10" name="组合 9"/>
            <p:cNvGrpSpPr/>
            <p:nvPr/>
          </p:nvGrpSpPr>
          <p:grpSpPr>
            <a:xfrm>
              <a:off x="5010151" y="2610534"/>
              <a:ext cx="723899" cy="646331"/>
              <a:chOff x="5010151" y="2610534"/>
              <a:chExt cx="723899" cy="646331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5105400" y="2666999"/>
                <a:ext cx="533400" cy="5334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5010151" y="2610534"/>
                <a:ext cx="7238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>
                    <a:rot lat="0" lon="0" rev="0"/>
                  </a:lightRig>
                </a:scene3d>
                <a:sp3d contourW="12700"/>
              </a:bodyPr>
              <a:lstStyle/>
              <a:p>
                <a:pPr algn="dist"/>
                <a:r>
                  <a:rPr lang="en-US" altLang="zh-CN" sz="3600" dirty="0">
                    <a:solidFill>
                      <a:schemeClr val="bg1"/>
                    </a:solidFill>
                    <a:latin typeface="Geometr415 Blk BT" panose="020B0802020204020303" pitchFamily="34" charset="0"/>
                  </a:rPr>
                  <a:t>1</a:t>
                </a:r>
                <a:endParaRPr lang="zh-CN" altLang="en-US" sz="3600" dirty="0">
                  <a:solidFill>
                    <a:schemeClr val="bg1"/>
                  </a:solidFill>
                  <a:latin typeface="Geometr415 Blk BT" panose="020B0802020204020303" pitchFamily="34" charset="0"/>
                </a:endParaRPr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5829299" y="2641312"/>
              <a:ext cx="48839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zh-CN" altLang="en-US" sz="2800" dirty="0">
                  <a:latin typeface="Geometr415 Blk BT" panose="020B0802020204020303" pitchFamily="34" charset="0"/>
                </a:rPr>
                <a:t>矩阵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685780" y="3111020"/>
            <a:ext cx="5703051" cy="646331"/>
            <a:chOff x="5010151" y="2610534"/>
            <a:chExt cx="5703051" cy="646331"/>
          </a:xfrm>
        </p:grpSpPr>
        <p:grpSp>
          <p:nvGrpSpPr>
            <p:cNvPr id="14" name="组合 13"/>
            <p:cNvGrpSpPr/>
            <p:nvPr/>
          </p:nvGrpSpPr>
          <p:grpSpPr>
            <a:xfrm>
              <a:off x="5010151" y="2610534"/>
              <a:ext cx="723899" cy="646331"/>
              <a:chOff x="5010151" y="2610534"/>
              <a:chExt cx="723899" cy="646331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5105400" y="2666999"/>
                <a:ext cx="533400" cy="5334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5010151" y="2610534"/>
                <a:ext cx="7238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>
                    <a:rot lat="0" lon="0" rev="0"/>
                  </a:lightRig>
                </a:scene3d>
                <a:sp3d contourW="12700"/>
              </a:bodyPr>
              <a:lstStyle/>
              <a:p>
                <a:pPr algn="dist"/>
                <a:r>
                  <a:rPr lang="en-US" altLang="zh-CN" sz="3600" dirty="0">
                    <a:solidFill>
                      <a:schemeClr val="bg1"/>
                    </a:solidFill>
                    <a:latin typeface="Geometr415 Blk BT" panose="020B0802020204020303" pitchFamily="34" charset="0"/>
                  </a:rPr>
                  <a:t>2</a:t>
                </a:r>
                <a:endParaRPr lang="zh-CN" altLang="en-US" sz="3600" dirty="0">
                  <a:solidFill>
                    <a:schemeClr val="bg1"/>
                  </a:solidFill>
                  <a:latin typeface="Geometr415 Blk BT" panose="020B0802020204020303" pitchFamily="34" charset="0"/>
                </a:endParaRPr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5829299" y="2641312"/>
              <a:ext cx="48839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r>
                <a:rPr lang="en-US" altLang="zh-CN" sz="2800" dirty="0">
                  <a:latin typeface="Geometr415 Blk BT" panose="020B0802020204020303" pitchFamily="34" charset="0"/>
                </a:rPr>
                <a:t>LSTM</a:t>
              </a:r>
              <a:endParaRPr lang="zh-CN" altLang="en-US" sz="2800" dirty="0">
                <a:latin typeface="Geometr415 Blk BT" panose="020B0802020204020303" pitchFamily="34" charset="0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51954" y="1104900"/>
            <a:ext cx="3506869" cy="4673580"/>
          </a:xfrm>
          <a:custGeom>
            <a:avLst/>
            <a:gdLst>
              <a:gd name="connsiteX0" fmla="*/ 0 w 3505845"/>
              <a:gd name="connsiteY0" fmla="*/ 0 h 4673580"/>
              <a:gd name="connsiteX1" fmla="*/ 3505845 w 3505845"/>
              <a:gd name="connsiteY1" fmla="*/ 0 h 4673580"/>
              <a:gd name="connsiteX2" fmla="*/ 3505845 w 3505845"/>
              <a:gd name="connsiteY2" fmla="*/ 4673580 h 4673580"/>
              <a:gd name="connsiteX3" fmla="*/ 0 w 3505845"/>
              <a:gd name="connsiteY3" fmla="*/ 4673580 h 4673580"/>
              <a:gd name="connsiteX4" fmla="*/ 0 w 3505845"/>
              <a:gd name="connsiteY4" fmla="*/ 0 h 4673580"/>
              <a:gd name="connsiteX0-1" fmla="*/ 0 w 3505845"/>
              <a:gd name="connsiteY0-2" fmla="*/ 0 h 4673580"/>
              <a:gd name="connsiteX1-3" fmla="*/ 3505845 w 3505845"/>
              <a:gd name="connsiteY1-4" fmla="*/ 0 h 4673580"/>
              <a:gd name="connsiteX2-5" fmla="*/ 3486795 w 3505845"/>
              <a:gd name="connsiteY2-6" fmla="*/ 2247900 h 4673580"/>
              <a:gd name="connsiteX3-7" fmla="*/ 3505845 w 3505845"/>
              <a:gd name="connsiteY3-8" fmla="*/ 4673580 h 4673580"/>
              <a:gd name="connsiteX4-9" fmla="*/ 0 w 3505845"/>
              <a:gd name="connsiteY4-10" fmla="*/ 4673580 h 4673580"/>
              <a:gd name="connsiteX5" fmla="*/ 0 w 3505845"/>
              <a:gd name="connsiteY5" fmla="*/ 0 h 4673580"/>
              <a:gd name="connsiteX0-11" fmla="*/ 0 w 3505845"/>
              <a:gd name="connsiteY0-12" fmla="*/ 0 h 4673580"/>
              <a:gd name="connsiteX1-13" fmla="*/ 3505845 w 3505845"/>
              <a:gd name="connsiteY1-14" fmla="*/ 0 h 4673580"/>
              <a:gd name="connsiteX2-15" fmla="*/ 3486795 w 3505845"/>
              <a:gd name="connsiteY2-16" fmla="*/ 2247900 h 4673580"/>
              <a:gd name="connsiteX3-17" fmla="*/ 3486795 w 3505845"/>
              <a:gd name="connsiteY3-18" fmla="*/ 3524250 h 4673580"/>
              <a:gd name="connsiteX4-19" fmla="*/ 3505845 w 3505845"/>
              <a:gd name="connsiteY4-20" fmla="*/ 4673580 h 4673580"/>
              <a:gd name="connsiteX5-21" fmla="*/ 0 w 3505845"/>
              <a:gd name="connsiteY5-22" fmla="*/ 4673580 h 4673580"/>
              <a:gd name="connsiteX6" fmla="*/ 0 w 3505845"/>
              <a:gd name="connsiteY6" fmla="*/ 0 h 4673580"/>
              <a:gd name="connsiteX0-23" fmla="*/ 0 w 3505845"/>
              <a:gd name="connsiteY0-24" fmla="*/ 0 h 4673580"/>
              <a:gd name="connsiteX1-25" fmla="*/ 3505845 w 3505845"/>
              <a:gd name="connsiteY1-26" fmla="*/ 0 h 4673580"/>
              <a:gd name="connsiteX2-27" fmla="*/ 3486795 w 3505845"/>
              <a:gd name="connsiteY2-28" fmla="*/ 2247900 h 4673580"/>
              <a:gd name="connsiteX3-29" fmla="*/ 3467745 w 3505845"/>
              <a:gd name="connsiteY3-30" fmla="*/ 2857500 h 4673580"/>
              <a:gd name="connsiteX4-31" fmla="*/ 3486795 w 3505845"/>
              <a:gd name="connsiteY4-32" fmla="*/ 3524250 h 4673580"/>
              <a:gd name="connsiteX5-33" fmla="*/ 3505845 w 3505845"/>
              <a:gd name="connsiteY5-34" fmla="*/ 4673580 h 4673580"/>
              <a:gd name="connsiteX6-35" fmla="*/ 0 w 3505845"/>
              <a:gd name="connsiteY6-36" fmla="*/ 4673580 h 4673580"/>
              <a:gd name="connsiteX7" fmla="*/ 0 w 3505845"/>
              <a:gd name="connsiteY7" fmla="*/ 0 h 4673580"/>
              <a:gd name="connsiteX0-37" fmla="*/ 3467745 w 3559185"/>
              <a:gd name="connsiteY0-38" fmla="*/ 2857500 h 4673580"/>
              <a:gd name="connsiteX1-39" fmla="*/ 3486795 w 3559185"/>
              <a:gd name="connsiteY1-40" fmla="*/ 3524250 h 4673580"/>
              <a:gd name="connsiteX2-41" fmla="*/ 3505845 w 3559185"/>
              <a:gd name="connsiteY2-42" fmla="*/ 4673580 h 4673580"/>
              <a:gd name="connsiteX3-43" fmla="*/ 0 w 3559185"/>
              <a:gd name="connsiteY3-44" fmla="*/ 4673580 h 4673580"/>
              <a:gd name="connsiteX4-45" fmla="*/ 0 w 3559185"/>
              <a:gd name="connsiteY4-46" fmla="*/ 0 h 4673580"/>
              <a:gd name="connsiteX5-47" fmla="*/ 3505845 w 3559185"/>
              <a:gd name="connsiteY5-48" fmla="*/ 0 h 4673580"/>
              <a:gd name="connsiteX6-49" fmla="*/ 3486795 w 3559185"/>
              <a:gd name="connsiteY6-50" fmla="*/ 2247900 h 4673580"/>
              <a:gd name="connsiteX7-51" fmla="*/ 3559185 w 3559185"/>
              <a:gd name="connsiteY7-52" fmla="*/ 2948940 h 4673580"/>
              <a:gd name="connsiteX0-53" fmla="*/ 3467745 w 3505845"/>
              <a:gd name="connsiteY0-54" fmla="*/ 2857500 h 4673580"/>
              <a:gd name="connsiteX1-55" fmla="*/ 3486795 w 3505845"/>
              <a:gd name="connsiteY1-56" fmla="*/ 3524250 h 4673580"/>
              <a:gd name="connsiteX2-57" fmla="*/ 3505845 w 3505845"/>
              <a:gd name="connsiteY2-58" fmla="*/ 4673580 h 4673580"/>
              <a:gd name="connsiteX3-59" fmla="*/ 0 w 3505845"/>
              <a:gd name="connsiteY3-60" fmla="*/ 4673580 h 4673580"/>
              <a:gd name="connsiteX4-61" fmla="*/ 0 w 3505845"/>
              <a:gd name="connsiteY4-62" fmla="*/ 0 h 4673580"/>
              <a:gd name="connsiteX5-63" fmla="*/ 3505845 w 3505845"/>
              <a:gd name="connsiteY5-64" fmla="*/ 0 h 4673580"/>
              <a:gd name="connsiteX6-65" fmla="*/ 3486795 w 3505845"/>
              <a:gd name="connsiteY6-66" fmla="*/ 2247900 h 4673580"/>
              <a:gd name="connsiteX0-67" fmla="*/ 3486795 w 3505845"/>
              <a:gd name="connsiteY0-68" fmla="*/ 3524250 h 4673580"/>
              <a:gd name="connsiteX1-69" fmla="*/ 3505845 w 3505845"/>
              <a:gd name="connsiteY1-70" fmla="*/ 4673580 h 4673580"/>
              <a:gd name="connsiteX2-71" fmla="*/ 0 w 3505845"/>
              <a:gd name="connsiteY2-72" fmla="*/ 4673580 h 4673580"/>
              <a:gd name="connsiteX3-73" fmla="*/ 0 w 3505845"/>
              <a:gd name="connsiteY3-74" fmla="*/ 0 h 4673580"/>
              <a:gd name="connsiteX4-75" fmla="*/ 3505845 w 3505845"/>
              <a:gd name="connsiteY4-76" fmla="*/ 0 h 4673580"/>
              <a:gd name="connsiteX5-77" fmla="*/ 3486795 w 3505845"/>
              <a:gd name="connsiteY5-78" fmla="*/ 2247900 h 4673580"/>
              <a:gd name="connsiteX0-79" fmla="*/ 3515978 w 3515978"/>
              <a:gd name="connsiteY0-80" fmla="*/ 3524250 h 4673580"/>
              <a:gd name="connsiteX1-81" fmla="*/ 3505845 w 3515978"/>
              <a:gd name="connsiteY1-82" fmla="*/ 4673580 h 4673580"/>
              <a:gd name="connsiteX2-83" fmla="*/ 0 w 3515978"/>
              <a:gd name="connsiteY2-84" fmla="*/ 4673580 h 4673580"/>
              <a:gd name="connsiteX3-85" fmla="*/ 0 w 3515978"/>
              <a:gd name="connsiteY3-86" fmla="*/ 0 h 4673580"/>
              <a:gd name="connsiteX4-87" fmla="*/ 3505845 w 3515978"/>
              <a:gd name="connsiteY4-88" fmla="*/ 0 h 4673580"/>
              <a:gd name="connsiteX5-89" fmla="*/ 3486795 w 3515978"/>
              <a:gd name="connsiteY5-90" fmla="*/ 2247900 h 4673580"/>
              <a:gd name="connsiteX0-91" fmla="*/ 3506250 w 3506869"/>
              <a:gd name="connsiteY0-92" fmla="*/ 3524250 h 4673580"/>
              <a:gd name="connsiteX1-93" fmla="*/ 3505845 w 3506869"/>
              <a:gd name="connsiteY1-94" fmla="*/ 4673580 h 4673580"/>
              <a:gd name="connsiteX2-95" fmla="*/ 0 w 3506869"/>
              <a:gd name="connsiteY2-96" fmla="*/ 4673580 h 4673580"/>
              <a:gd name="connsiteX3-97" fmla="*/ 0 w 3506869"/>
              <a:gd name="connsiteY3-98" fmla="*/ 0 h 4673580"/>
              <a:gd name="connsiteX4-99" fmla="*/ 3505845 w 3506869"/>
              <a:gd name="connsiteY4-100" fmla="*/ 0 h 4673580"/>
              <a:gd name="connsiteX5-101" fmla="*/ 3486795 w 3506869"/>
              <a:gd name="connsiteY5-102" fmla="*/ 2247900 h 4673580"/>
              <a:gd name="connsiteX0-103" fmla="*/ 3506250 w 3506869"/>
              <a:gd name="connsiteY0-104" fmla="*/ 3524250 h 4673580"/>
              <a:gd name="connsiteX1-105" fmla="*/ 3505845 w 3506869"/>
              <a:gd name="connsiteY1-106" fmla="*/ 4673580 h 4673580"/>
              <a:gd name="connsiteX2-107" fmla="*/ 0 w 3506869"/>
              <a:gd name="connsiteY2-108" fmla="*/ 4673580 h 4673580"/>
              <a:gd name="connsiteX3-109" fmla="*/ 0 w 3506869"/>
              <a:gd name="connsiteY3-110" fmla="*/ 0 h 4673580"/>
              <a:gd name="connsiteX4-111" fmla="*/ 3505845 w 3506869"/>
              <a:gd name="connsiteY4-112" fmla="*/ 0 h 4673580"/>
              <a:gd name="connsiteX5-113" fmla="*/ 3496523 w 3506869"/>
              <a:gd name="connsiteY5-114" fmla="*/ 2247900 h 4673580"/>
              <a:gd name="connsiteX0-115" fmla="*/ 3506250 w 3525963"/>
              <a:gd name="connsiteY0-116" fmla="*/ 3524250 h 4673580"/>
              <a:gd name="connsiteX1-117" fmla="*/ 3505845 w 3525963"/>
              <a:gd name="connsiteY1-118" fmla="*/ 4673580 h 4673580"/>
              <a:gd name="connsiteX2-119" fmla="*/ 0 w 3525963"/>
              <a:gd name="connsiteY2-120" fmla="*/ 4673580 h 4673580"/>
              <a:gd name="connsiteX3-121" fmla="*/ 0 w 3525963"/>
              <a:gd name="connsiteY3-122" fmla="*/ 0 h 4673580"/>
              <a:gd name="connsiteX4-123" fmla="*/ 3505845 w 3525963"/>
              <a:gd name="connsiteY4-124" fmla="*/ 0 h 4673580"/>
              <a:gd name="connsiteX5-125" fmla="*/ 3525706 w 3525963"/>
              <a:gd name="connsiteY5-126" fmla="*/ 2257628 h 4673580"/>
              <a:gd name="connsiteX0-127" fmla="*/ 3506250 w 3516372"/>
              <a:gd name="connsiteY0-128" fmla="*/ 3524250 h 4673580"/>
              <a:gd name="connsiteX1-129" fmla="*/ 3505845 w 3516372"/>
              <a:gd name="connsiteY1-130" fmla="*/ 4673580 h 4673580"/>
              <a:gd name="connsiteX2-131" fmla="*/ 0 w 3516372"/>
              <a:gd name="connsiteY2-132" fmla="*/ 4673580 h 4673580"/>
              <a:gd name="connsiteX3-133" fmla="*/ 0 w 3516372"/>
              <a:gd name="connsiteY3-134" fmla="*/ 0 h 4673580"/>
              <a:gd name="connsiteX4-135" fmla="*/ 3505845 w 3516372"/>
              <a:gd name="connsiteY4-136" fmla="*/ 0 h 4673580"/>
              <a:gd name="connsiteX5-137" fmla="*/ 3515978 w 3516372"/>
              <a:gd name="connsiteY5-138" fmla="*/ 2257628 h 4673580"/>
              <a:gd name="connsiteX0-139" fmla="*/ 3506250 w 3506869"/>
              <a:gd name="connsiteY0-140" fmla="*/ 3524250 h 4673580"/>
              <a:gd name="connsiteX1-141" fmla="*/ 3505845 w 3506869"/>
              <a:gd name="connsiteY1-142" fmla="*/ 4673580 h 4673580"/>
              <a:gd name="connsiteX2-143" fmla="*/ 0 w 3506869"/>
              <a:gd name="connsiteY2-144" fmla="*/ 4673580 h 4673580"/>
              <a:gd name="connsiteX3-145" fmla="*/ 0 w 3506869"/>
              <a:gd name="connsiteY3-146" fmla="*/ 0 h 4673580"/>
              <a:gd name="connsiteX4-147" fmla="*/ 3505845 w 3506869"/>
              <a:gd name="connsiteY4-148" fmla="*/ 0 h 4673580"/>
              <a:gd name="connsiteX5-149" fmla="*/ 3496523 w 3506869"/>
              <a:gd name="connsiteY5-150" fmla="*/ 2257628 h 4673580"/>
            </a:gdLst>
            <a:ahLst/>
            <a:cxnLst>
              <a:cxn ang="0">
                <a:pos x="connsiteX0-139" y="connsiteY0-140"/>
              </a:cxn>
              <a:cxn ang="0">
                <a:pos x="connsiteX1-141" y="connsiteY1-142"/>
              </a:cxn>
              <a:cxn ang="0">
                <a:pos x="connsiteX2-143" y="connsiteY2-144"/>
              </a:cxn>
              <a:cxn ang="0">
                <a:pos x="connsiteX3-145" y="connsiteY3-146"/>
              </a:cxn>
              <a:cxn ang="0">
                <a:pos x="connsiteX4-147" y="connsiteY4-148"/>
              </a:cxn>
              <a:cxn ang="0">
                <a:pos x="connsiteX5-149" y="connsiteY5-150"/>
              </a:cxn>
            </a:cxnLst>
            <a:rect l="l" t="t" r="r" b="b"/>
            <a:pathLst>
              <a:path w="3506869" h="4673580">
                <a:moveTo>
                  <a:pt x="3506250" y="3524250"/>
                </a:moveTo>
                <a:cubicBezTo>
                  <a:pt x="3502872" y="3907360"/>
                  <a:pt x="3509223" y="4290470"/>
                  <a:pt x="3505845" y="4673580"/>
                </a:cubicBezTo>
                <a:lnTo>
                  <a:pt x="0" y="4673580"/>
                </a:lnTo>
                <a:lnTo>
                  <a:pt x="0" y="0"/>
                </a:lnTo>
                <a:lnTo>
                  <a:pt x="3505845" y="0"/>
                </a:lnTo>
                <a:cubicBezTo>
                  <a:pt x="3502738" y="749300"/>
                  <a:pt x="3499630" y="1508328"/>
                  <a:pt x="3496523" y="2257628"/>
                </a:cubicBezTo>
              </a:path>
            </a:pathLst>
          </a:cu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 rot="16200000">
            <a:off x="8840821" y="5324522"/>
            <a:ext cx="453958" cy="453958"/>
            <a:chOff x="5869021" y="5872413"/>
            <a:chExt cx="453958" cy="453958"/>
          </a:xfrm>
        </p:grpSpPr>
        <p:sp>
          <p:nvSpPr>
            <p:cNvPr id="4" name="矩形 3"/>
            <p:cNvSpPr/>
            <p:nvPr/>
          </p:nvSpPr>
          <p:spPr>
            <a:xfrm>
              <a:off x="5869021" y="5872413"/>
              <a:ext cx="453958" cy="45395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箭头: V 形 4"/>
            <p:cNvSpPr/>
            <p:nvPr/>
          </p:nvSpPr>
          <p:spPr>
            <a:xfrm rot="5400000">
              <a:off x="5997358" y="5972932"/>
              <a:ext cx="197284" cy="252920"/>
            </a:xfrm>
            <a:prstGeom prst="chevron">
              <a:avLst>
                <a:gd name="adj" fmla="val 7253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505388" y="3543636"/>
            <a:ext cx="5839795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/>
          <a:p>
            <a:r>
              <a:rPr lang="en-US" altLang="zh-CN" sz="4400" b="1" dirty="0">
                <a:latin typeface="Geometr415 Blk BT" panose="020B0802020204020303" pitchFamily="34" charset="0"/>
              </a:rPr>
              <a:t>	</a:t>
            </a:r>
            <a:r>
              <a:rPr lang="zh-CN" altLang="en-US" sz="4400" b="1" dirty="0">
                <a:latin typeface="Geometr415 Blk BT" panose="020B0802020204020303" pitchFamily="34" charset="0"/>
              </a:rPr>
              <a:t>矩阵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223069" y="1924346"/>
            <a:ext cx="4463481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/>
          <a:p>
            <a:pPr algn="dist"/>
            <a:r>
              <a:rPr lang="en-US" altLang="zh-CN" sz="5400" dirty="0">
                <a:latin typeface="Geometr415 Blk BT" panose="020B0802020204020303" pitchFamily="34" charset="0"/>
              </a:rPr>
              <a:t>PART01</a:t>
            </a:r>
            <a:endParaRPr lang="zh-CN" altLang="en-US" sz="5400" dirty="0">
              <a:latin typeface="Geometr415 Blk BT" panose="020B0802020204020303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388795" y="160439"/>
            <a:ext cx="3414409" cy="1118434"/>
            <a:chOff x="4388795" y="199351"/>
            <a:chExt cx="3414409" cy="1118434"/>
          </a:xfrm>
        </p:grpSpPr>
        <p:sp>
          <p:nvSpPr>
            <p:cNvPr id="5" name="矩形 4"/>
            <p:cNvSpPr/>
            <p:nvPr/>
          </p:nvSpPr>
          <p:spPr>
            <a:xfrm>
              <a:off x="4388795" y="496112"/>
              <a:ext cx="3414409" cy="62257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charset="0"/>
                <a:ea typeface="微软雅黑"/>
                <a:cs typeface="+mn-cs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693922" y="199351"/>
              <a:ext cx="804156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>
              <a:defPPr>
                <a:defRPr lang="zh-CN"/>
              </a:defPPr>
              <a:lvl1pPr marR="0" lvl="0" indent="0" algn="dist" defTabSz="-635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40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metr415 Blk BT" panose="020B0802020204020303" pitchFamily="34" charset="0"/>
                  <a:ea typeface="微软雅黑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metr415 Blk BT" panose="020B0802020204020303" pitchFamily="34" charset="0"/>
                  <a:ea typeface="微软雅黑"/>
                  <a:cs typeface="+mn-cs"/>
                </a:rPr>
                <a:t>01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metr415 Blk BT" panose="020B0802020204020303" pitchFamily="34" charset="0"/>
                <a:ea typeface="微软雅黑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507151" y="794565"/>
              <a:ext cx="31777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metr415 Blk BT" panose="020B0802020204020303" pitchFamily="34" charset="0"/>
                  <a:ea typeface="微软雅黑"/>
                  <a:cs typeface="+mn-cs"/>
                </a:rPr>
                <a:t>矩阵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782430" y="2073244"/>
            <a:ext cx="66271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idproduct</a:t>
            </a:r>
            <a:r>
              <a:rPr lang="en-US" altLang="zh-CN" dirty="0"/>
              <a:t> =  [[0 for </a:t>
            </a:r>
            <a:r>
              <a:rPr lang="en-US" altLang="zh-CN" dirty="0" err="1"/>
              <a:t>i</a:t>
            </a:r>
            <a:r>
              <a:rPr lang="en-US" altLang="zh-CN" dirty="0"/>
              <a:t> in range(col)] for </a:t>
            </a:r>
            <a:r>
              <a:rPr lang="en-US" altLang="zh-CN" dirty="0" err="1"/>
              <a:t>i</a:t>
            </a:r>
            <a:r>
              <a:rPr lang="en-US" altLang="zh-CN" dirty="0"/>
              <a:t> in range(row)]</a:t>
            </a:r>
          </a:p>
          <a:p>
            <a:endParaRPr lang="en-US" altLang="zh-CN" dirty="0"/>
          </a:p>
          <a:p>
            <a:r>
              <a:rPr lang="en-US" altLang="zh-CN" dirty="0"/>
              <a:t>row = </a:t>
            </a:r>
            <a:r>
              <a:rPr lang="en-US" altLang="zh-CN" dirty="0" err="1"/>
              <a:t>len</a:t>
            </a:r>
            <a:r>
              <a:rPr lang="en-US" altLang="zh-CN" dirty="0"/>
              <a:t>(</a:t>
            </a:r>
            <a:r>
              <a:rPr lang="en-US" altLang="zh-CN" dirty="0" err="1"/>
              <a:t>idusers_list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col = </a:t>
            </a:r>
            <a:r>
              <a:rPr lang="en-US" altLang="zh-CN" dirty="0" err="1"/>
              <a:t>len</a:t>
            </a:r>
            <a:r>
              <a:rPr lang="en-US" altLang="zh-CN" dirty="0"/>
              <a:t>(</a:t>
            </a:r>
            <a:r>
              <a:rPr lang="en-US" altLang="zh-CN" dirty="0" err="1"/>
              <a:t>dates_list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zh-CN" altLang="en-US" dirty="0"/>
              <a:t>矩阵十分稀疏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388795" y="160439"/>
            <a:ext cx="3414409" cy="1118434"/>
            <a:chOff x="4388795" y="199351"/>
            <a:chExt cx="3414409" cy="1118434"/>
          </a:xfrm>
        </p:grpSpPr>
        <p:sp>
          <p:nvSpPr>
            <p:cNvPr id="5" name="矩形 4"/>
            <p:cNvSpPr/>
            <p:nvPr/>
          </p:nvSpPr>
          <p:spPr>
            <a:xfrm>
              <a:off x="4388795" y="496112"/>
              <a:ext cx="3414409" cy="62257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charset="0"/>
                <a:ea typeface="微软雅黑"/>
                <a:cs typeface="+mn-cs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693922" y="199351"/>
              <a:ext cx="804156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>
              <a:defPPr>
                <a:defRPr lang="zh-CN"/>
              </a:defPPr>
              <a:lvl1pPr marR="0" lvl="0" indent="0" algn="dist" defTabSz="-635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40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metr415 Blk BT" panose="020B0802020204020303" pitchFamily="34" charset="0"/>
                  <a:ea typeface="微软雅黑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metr415 Blk BT" panose="020B0802020204020303" pitchFamily="34" charset="0"/>
                  <a:ea typeface="微软雅黑"/>
                  <a:cs typeface="+mn-cs"/>
                </a:rPr>
                <a:t>01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metr415 Blk BT" panose="020B0802020204020303" pitchFamily="34" charset="0"/>
                <a:ea typeface="微软雅黑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507151" y="794565"/>
              <a:ext cx="31777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metr415 Blk BT" panose="020B0802020204020303" pitchFamily="34" charset="0"/>
                  <a:ea typeface="微软雅黑"/>
                  <a:cs typeface="+mn-cs"/>
                </a:rPr>
                <a:t>矩阵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D7A21DF3-636A-4E38-AFEF-6E88A798A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35" y="1620980"/>
            <a:ext cx="10908000" cy="507658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51954" y="1104900"/>
            <a:ext cx="3506869" cy="4673580"/>
          </a:xfrm>
          <a:custGeom>
            <a:avLst/>
            <a:gdLst>
              <a:gd name="connsiteX0" fmla="*/ 0 w 3505845"/>
              <a:gd name="connsiteY0" fmla="*/ 0 h 4673580"/>
              <a:gd name="connsiteX1" fmla="*/ 3505845 w 3505845"/>
              <a:gd name="connsiteY1" fmla="*/ 0 h 4673580"/>
              <a:gd name="connsiteX2" fmla="*/ 3505845 w 3505845"/>
              <a:gd name="connsiteY2" fmla="*/ 4673580 h 4673580"/>
              <a:gd name="connsiteX3" fmla="*/ 0 w 3505845"/>
              <a:gd name="connsiteY3" fmla="*/ 4673580 h 4673580"/>
              <a:gd name="connsiteX4" fmla="*/ 0 w 3505845"/>
              <a:gd name="connsiteY4" fmla="*/ 0 h 4673580"/>
              <a:gd name="connsiteX0-1" fmla="*/ 0 w 3505845"/>
              <a:gd name="connsiteY0-2" fmla="*/ 0 h 4673580"/>
              <a:gd name="connsiteX1-3" fmla="*/ 3505845 w 3505845"/>
              <a:gd name="connsiteY1-4" fmla="*/ 0 h 4673580"/>
              <a:gd name="connsiteX2-5" fmla="*/ 3486795 w 3505845"/>
              <a:gd name="connsiteY2-6" fmla="*/ 2247900 h 4673580"/>
              <a:gd name="connsiteX3-7" fmla="*/ 3505845 w 3505845"/>
              <a:gd name="connsiteY3-8" fmla="*/ 4673580 h 4673580"/>
              <a:gd name="connsiteX4-9" fmla="*/ 0 w 3505845"/>
              <a:gd name="connsiteY4-10" fmla="*/ 4673580 h 4673580"/>
              <a:gd name="connsiteX5" fmla="*/ 0 w 3505845"/>
              <a:gd name="connsiteY5" fmla="*/ 0 h 4673580"/>
              <a:gd name="connsiteX0-11" fmla="*/ 0 w 3505845"/>
              <a:gd name="connsiteY0-12" fmla="*/ 0 h 4673580"/>
              <a:gd name="connsiteX1-13" fmla="*/ 3505845 w 3505845"/>
              <a:gd name="connsiteY1-14" fmla="*/ 0 h 4673580"/>
              <a:gd name="connsiteX2-15" fmla="*/ 3486795 w 3505845"/>
              <a:gd name="connsiteY2-16" fmla="*/ 2247900 h 4673580"/>
              <a:gd name="connsiteX3-17" fmla="*/ 3486795 w 3505845"/>
              <a:gd name="connsiteY3-18" fmla="*/ 3524250 h 4673580"/>
              <a:gd name="connsiteX4-19" fmla="*/ 3505845 w 3505845"/>
              <a:gd name="connsiteY4-20" fmla="*/ 4673580 h 4673580"/>
              <a:gd name="connsiteX5-21" fmla="*/ 0 w 3505845"/>
              <a:gd name="connsiteY5-22" fmla="*/ 4673580 h 4673580"/>
              <a:gd name="connsiteX6" fmla="*/ 0 w 3505845"/>
              <a:gd name="connsiteY6" fmla="*/ 0 h 4673580"/>
              <a:gd name="connsiteX0-23" fmla="*/ 0 w 3505845"/>
              <a:gd name="connsiteY0-24" fmla="*/ 0 h 4673580"/>
              <a:gd name="connsiteX1-25" fmla="*/ 3505845 w 3505845"/>
              <a:gd name="connsiteY1-26" fmla="*/ 0 h 4673580"/>
              <a:gd name="connsiteX2-27" fmla="*/ 3486795 w 3505845"/>
              <a:gd name="connsiteY2-28" fmla="*/ 2247900 h 4673580"/>
              <a:gd name="connsiteX3-29" fmla="*/ 3467745 w 3505845"/>
              <a:gd name="connsiteY3-30" fmla="*/ 2857500 h 4673580"/>
              <a:gd name="connsiteX4-31" fmla="*/ 3486795 w 3505845"/>
              <a:gd name="connsiteY4-32" fmla="*/ 3524250 h 4673580"/>
              <a:gd name="connsiteX5-33" fmla="*/ 3505845 w 3505845"/>
              <a:gd name="connsiteY5-34" fmla="*/ 4673580 h 4673580"/>
              <a:gd name="connsiteX6-35" fmla="*/ 0 w 3505845"/>
              <a:gd name="connsiteY6-36" fmla="*/ 4673580 h 4673580"/>
              <a:gd name="connsiteX7" fmla="*/ 0 w 3505845"/>
              <a:gd name="connsiteY7" fmla="*/ 0 h 4673580"/>
              <a:gd name="connsiteX0-37" fmla="*/ 3467745 w 3559185"/>
              <a:gd name="connsiteY0-38" fmla="*/ 2857500 h 4673580"/>
              <a:gd name="connsiteX1-39" fmla="*/ 3486795 w 3559185"/>
              <a:gd name="connsiteY1-40" fmla="*/ 3524250 h 4673580"/>
              <a:gd name="connsiteX2-41" fmla="*/ 3505845 w 3559185"/>
              <a:gd name="connsiteY2-42" fmla="*/ 4673580 h 4673580"/>
              <a:gd name="connsiteX3-43" fmla="*/ 0 w 3559185"/>
              <a:gd name="connsiteY3-44" fmla="*/ 4673580 h 4673580"/>
              <a:gd name="connsiteX4-45" fmla="*/ 0 w 3559185"/>
              <a:gd name="connsiteY4-46" fmla="*/ 0 h 4673580"/>
              <a:gd name="connsiteX5-47" fmla="*/ 3505845 w 3559185"/>
              <a:gd name="connsiteY5-48" fmla="*/ 0 h 4673580"/>
              <a:gd name="connsiteX6-49" fmla="*/ 3486795 w 3559185"/>
              <a:gd name="connsiteY6-50" fmla="*/ 2247900 h 4673580"/>
              <a:gd name="connsiteX7-51" fmla="*/ 3559185 w 3559185"/>
              <a:gd name="connsiteY7-52" fmla="*/ 2948940 h 4673580"/>
              <a:gd name="connsiteX0-53" fmla="*/ 3467745 w 3505845"/>
              <a:gd name="connsiteY0-54" fmla="*/ 2857500 h 4673580"/>
              <a:gd name="connsiteX1-55" fmla="*/ 3486795 w 3505845"/>
              <a:gd name="connsiteY1-56" fmla="*/ 3524250 h 4673580"/>
              <a:gd name="connsiteX2-57" fmla="*/ 3505845 w 3505845"/>
              <a:gd name="connsiteY2-58" fmla="*/ 4673580 h 4673580"/>
              <a:gd name="connsiteX3-59" fmla="*/ 0 w 3505845"/>
              <a:gd name="connsiteY3-60" fmla="*/ 4673580 h 4673580"/>
              <a:gd name="connsiteX4-61" fmla="*/ 0 w 3505845"/>
              <a:gd name="connsiteY4-62" fmla="*/ 0 h 4673580"/>
              <a:gd name="connsiteX5-63" fmla="*/ 3505845 w 3505845"/>
              <a:gd name="connsiteY5-64" fmla="*/ 0 h 4673580"/>
              <a:gd name="connsiteX6-65" fmla="*/ 3486795 w 3505845"/>
              <a:gd name="connsiteY6-66" fmla="*/ 2247900 h 4673580"/>
              <a:gd name="connsiteX0-67" fmla="*/ 3486795 w 3505845"/>
              <a:gd name="connsiteY0-68" fmla="*/ 3524250 h 4673580"/>
              <a:gd name="connsiteX1-69" fmla="*/ 3505845 w 3505845"/>
              <a:gd name="connsiteY1-70" fmla="*/ 4673580 h 4673580"/>
              <a:gd name="connsiteX2-71" fmla="*/ 0 w 3505845"/>
              <a:gd name="connsiteY2-72" fmla="*/ 4673580 h 4673580"/>
              <a:gd name="connsiteX3-73" fmla="*/ 0 w 3505845"/>
              <a:gd name="connsiteY3-74" fmla="*/ 0 h 4673580"/>
              <a:gd name="connsiteX4-75" fmla="*/ 3505845 w 3505845"/>
              <a:gd name="connsiteY4-76" fmla="*/ 0 h 4673580"/>
              <a:gd name="connsiteX5-77" fmla="*/ 3486795 w 3505845"/>
              <a:gd name="connsiteY5-78" fmla="*/ 2247900 h 4673580"/>
              <a:gd name="connsiteX0-79" fmla="*/ 3515978 w 3515978"/>
              <a:gd name="connsiteY0-80" fmla="*/ 3524250 h 4673580"/>
              <a:gd name="connsiteX1-81" fmla="*/ 3505845 w 3515978"/>
              <a:gd name="connsiteY1-82" fmla="*/ 4673580 h 4673580"/>
              <a:gd name="connsiteX2-83" fmla="*/ 0 w 3515978"/>
              <a:gd name="connsiteY2-84" fmla="*/ 4673580 h 4673580"/>
              <a:gd name="connsiteX3-85" fmla="*/ 0 w 3515978"/>
              <a:gd name="connsiteY3-86" fmla="*/ 0 h 4673580"/>
              <a:gd name="connsiteX4-87" fmla="*/ 3505845 w 3515978"/>
              <a:gd name="connsiteY4-88" fmla="*/ 0 h 4673580"/>
              <a:gd name="connsiteX5-89" fmla="*/ 3486795 w 3515978"/>
              <a:gd name="connsiteY5-90" fmla="*/ 2247900 h 4673580"/>
              <a:gd name="connsiteX0-91" fmla="*/ 3506250 w 3506869"/>
              <a:gd name="connsiteY0-92" fmla="*/ 3524250 h 4673580"/>
              <a:gd name="connsiteX1-93" fmla="*/ 3505845 w 3506869"/>
              <a:gd name="connsiteY1-94" fmla="*/ 4673580 h 4673580"/>
              <a:gd name="connsiteX2-95" fmla="*/ 0 w 3506869"/>
              <a:gd name="connsiteY2-96" fmla="*/ 4673580 h 4673580"/>
              <a:gd name="connsiteX3-97" fmla="*/ 0 w 3506869"/>
              <a:gd name="connsiteY3-98" fmla="*/ 0 h 4673580"/>
              <a:gd name="connsiteX4-99" fmla="*/ 3505845 w 3506869"/>
              <a:gd name="connsiteY4-100" fmla="*/ 0 h 4673580"/>
              <a:gd name="connsiteX5-101" fmla="*/ 3486795 w 3506869"/>
              <a:gd name="connsiteY5-102" fmla="*/ 2247900 h 4673580"/>
              <a:gd name="connsiteX0-103" fmla="*/ 3506250 w 3506869"/>
              <a:gd name="connsiteY0-104" fmla="*/ 3524250 h 4673580"/>
              <a:gd name="connsiteX1-105" fmla="*/ 3505845 w 3506869"/>
              <a:gd name="connsiteY1-106" fmla="*/ 4673580 h 4673580"/>
              <a:gd name="connsiteX2-107" fmla="*/ 0 w 3506869"/>
              <a:gd name="connsiteY2-108" fmla="*/ 4673580 h 4673580"/>
              <a:gd name="connsiteX3-109" fmla="*/ 0 w 3506869"/>
              <a:gd name="connsiteY3-110" fmla="*/ 0 h 4673580"/>
              <a:gd name="connsiteX4-111" fmla="*/ 3505845 w 3506869"/>
              <a:gd name="connsiteY4-112" fmla="*/ 0 h 4673580"/>
              <a:gd name="connsiteX5-113" fmla="*/ 3496523 w 3506869"/>
              <a:gd name="connsiteY5-114" fmla="*/ 2247900 h 4673580"/>
              <a:gd name="connsiteX0-115" fmla="*/ 3506250 w 3525963"/>
              <a:gd name="connsiteY0-116" fmla="*/ 3524250 h 4673580"/>
              <a:gd name="connsiteX1-117" fmla="*/ 3505845 w 3525963"/>
              <a:gd name="connsiteY1-118" fmla="*/ 4673580 h 4673580"/>
              <a:gd name="connsiteX2-119" fmla="*/ 0 w 3525963"/>
              <a:gd name="connsiteY2-120" fmla="*/ 4673580 h 4673580"/>
              <a:gd name="connsiteX3-121" fmla="*/ 0 w 3525963"/>
              <a:gd name="connsiteY3-122" fmla="*/ 0 h 4673580"/>
              <a:gd name="connsiteX4-123" fmla="*/ 3505845 w 3525963"/>
              <a:gd name="connsiteY4-124" fmla="*/ 0 h 4673580"/>
              <a:gd name="connsiteX5-125" fmla="*/ 3525706 w 3525963"/>
              <a:gd name="connsiteY5-126" fmla="*/ 2257628 h 4673580"/>
              <a:gd name="connsiteX0-127" fmla="*/ 3506250 w 3516372"/>
              <a:gd name="connsiteY0-128" fmla="*/ 3524250 h 4673580"/>
              <a:gd name="connsiteX1-129" fmla="*/ 3505845 w 3516372"/>
              <a:gd name="connsiteY1-130" fmla="*/ 4673580 h 4673580"/>
              <a:gd name="connsiteX2-131" fmla="*/ 0 w 3516372"/>
              <a:gd name="connsiteY2-132" fmla="*/ 4673580 h 4673580"/>
              <a:gd name="connsiteX3-133" fmla="*/ 0 w 3516372"/>
              <a:gd name="connsiteY3-134" fmla="*/ 0 h 4673580"/>
              <a:gd name="connsiteX4-135" fmla="*/ 3505845 w 3516372"/>
              <a:gd name="connsiteY4-136" fmla="*/ 0 h 4673580"/>
              <a:gd name="connsiteX5-137" fmla="*/ 3515978 w 3516372"/>
              <a:gd name="connsiteY5-138" fmla="*/ 2257628 h 4673580"/>
              <a:gd name="connsiteX0-139" fmla="*/ 3506250 w 3506869"/>
              <a:gd name="connsiteY0-140" fmla="*/ 3524250 h 4673580"/>
              <a:gd name="connsiteX1-141" fmla="*/ 3505845 w 3506869"/>
              <a:gd name="connsiteY1-142" fmla="*/ 4673580 h 4673580"/>
              <a:gd name="connsiteX2-143" fmla="*/ 0 w 3506869"/>
              <a:gd name="connsiteY2-144" fmla="*/ 4673580 h 4673580"/>
              <a:gd name="connsiteX3-145" fmla="*/ 0 w 3506869"/>
              <a:gd name="connsiteY3-146" fmla="*/ 0 h 4673580"/>
              <a:gd name="connsiteX4-147" fmla="*/ 3505845 w 3506869"/>
              <a:gd name="connsiteY4-148" fmla="*/ 0 h 4673580"/>
              <a:gd name="connsiteX5-149" fmla="*/ 3496523 w 3506869"/>
              <a:gd name="connsiteY5-150" fmla="*/ 2257628 h 4673580"/>
            </a:gdLst>
            <a:ahLst/>
            <a:cxnLst>
              <a:cxn ang="0">
                <a:pos x="connsiteX0-139" y="connsiteY0-140"/>
              </a:cxn>
              <a:cxn ang="0">
                <a:pos x="connsiteX1-141" y="connsiteY1-142"/>
              </a:cxn>
              <a:cxn ang="0">
                <a:pos x="connsiteX2-143" y="connsiteY2-144"/>
              </a:cxn>
              <a:cxn ang="0">
                <a:pos x="connsiteX3-145" y="connsiteY3-146"/>
              </a:cxn>
              <a:cxn ang="0">
                <a:pos x="connsiteX4-147" y="connsiteY4-148"/>
              </a:cxn>
              <a:cxn ang="0">
                <a:pos x="connsiteX5-149" y="connsiteY5-150"/>
              </a:cxn>
            </a:cxnLst>
            <a:rect l="l" t="t" r="r" b="b"/>
            <a:pathLst>
              <a:path w="3506869" h="4673580">
                <a:moveTo>
                  <a:pt x="3506250" y="3524250"/>
                </a:moveTo>
                <a:cubicBezTo>
                  <a:pt x="3502872" y="3907360"/>
                  <a:pt x="3509223" y="4290470"/>
                  <a:pt x="3505845" y="4673580"/>
                </a:cubicBezTo>
                <a:lnTo>
                  <a:pt x="0" y="4673580"/>
                </a:lnTo>
                <a:lnTo>
                  <a:pt x="0" y="0"/>
                </a:lnTo>
                <a:lnTo>
                  <a:pt x="3505845" y="0"/>
                </a:lnTo>
                <a:cubicBezTo>
                  <a:pt x="3502738" y="749300"/>
                  <a:pt x="3499630" y="1508328"/>
                  <a:pt x="3496523" y="2257628"/>
                </a:cubicBezTo>
              </a:path>
            </a:pathLst>
          </a:cu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80604020202020204" charset="0"/>
              <a:ea typeface="微软雅黑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 rot="16200000">
            <a:off x="8840821" y="5324522"/>
            <a:ext cx="453958" cy="453958"/>
            <a:chOff x="5869021" y="5872413"/>
            <a:chExt cx="453958" cy="453958"/>
          </a:xfrm>
        </p:grpSpPr>
        <p:sp>
          <p:nvSpPr>
            <p:cNvPr id="4" name="矩形 3"/>
            <p:cNvSpPr/>
            <p:nvPr/>
          </p:nvSpPr>
          <p:spPr>
            <a:xfrm>
              <a:off x="5869021" y="5872413"/>
              <a:ext cx="453958" cy="45395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80604020202020204" charset="0"/>
                <a:ea typeface="微软雅黑"/>
                <a:cs typeface="+mn-cs"/>
              </a:endParaRPr>
            </a:p>
          </p:txBody>
        </p:sp>
        <p:sp>
          <p:nvSpPr>
            <p:cNvPr id="5" name="箭头: V 形 4"/>
            <p:cNvSpPr/>
            <p:nvPr/>
          </p:nvSpPr>
          <p:spPr>
            <a:xfrm rot="5400000">
              <a:off x="5997358" y="5972932"/>
              <a:ext cx="197284" cy="252920"/>
            </a:xfrm>
            <a:prstGeom prst="chevron">
              <a:avLst>
                <a:gd name="adj" fmla="val 7253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80604020202020204" charset="0"/>
                <a:ea typeface="微软雅黑"/>
                <a:cs typeface="+mn-cs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504877" y="3602275"/>
            <a:ext cx="5839795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400" b="1" dirty="0">
                <a:solidFill>
                  <a:prstClr val="black"/>
                </a:solidFill>
                <a:latin typeface="Geometr415 Blk BT" panose="020B0802020204020303" pitchFamily="34" charset="0"/>
                <a:ea typeface="微软雅黑"/>
              </a:rPr>
              <a:t>	LSTM 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metr415 Blk BT" panose="020B0802020204020303" pitchFamily="34" charset="0"/>
              <a:ea typeface="微软雅黑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23069" y="1924346"/>
            <a:ext cx="4463481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metr415 Blk BT" panose="020B0802020204020303" pitchFamily="34" charset="0"/>
                <a:ea typeface="微软雅黑"/>
                <a:cs typeface="+mn-cs"/>
              </a:rPr>
              <a:t>PART02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metr415 Blk BT" panose="020B0802020204020303" pitchFamily="34" charset="0"/>
              <a:ea typeface="微软雅黑"/>
              <a:cs typeface="+mn-c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388795" y="106118"/>
            <a:ext cx="3976322" cy="1118434"/>
            <a:chOff x="4388795" y="199351"/>
            <a:chExt cx="3414409" cy="1118434"/>
          </a:xfrm>
        </p:grpSpPr>
        <p:sp>
          <p:nvSpPr>
            <p:cNvPr id="5" name="矩形 4"/>
            <p:cNvSpPr/>
            <p:nvPr/>
          </p:nvSpPr>
          <p:spPr>
            <a:xfrm>
              <a:off x="4388795" y="496112"/>
              <a:ext cx="3414409" cy="62257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 panose="02080604020202020204" charset="0"/>
                <a:ea typeface="微软雅黑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693922" y="199351"/>
              <a:ext cx="804156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>
              <a:defPPr>
                <a:defRPr lang="zh-CN"/>
              </a:defPPr>
              <a:lvl1pPr marR="0" lvl="0" indent="0" algn="dist" defTabSz="-635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40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metr415 Blk BT" panose="020B0802020204020303" pitchFamily="34" charset="0"/>
                  <a:ea typeface="微软雅黑"/>
                </a:defRPr>
              </a:lvl1pPr>
            </a:lstStyle>
            <a:p>
              <a:pPr algn="ctr"/>
              <a:r>
                <a:rPr lang="en-US" altLang="zh-CN" sz="3600" dirty="0"/>
                <a:t>02</a:t>
              </a:r>
              <a:endParaRPr lang="zh-CN" altLang="en-US" sz="3600" dirty="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507151" y="794565"/>
              <a:ext cx="31777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metr415 Blk BT" panose="020B0802020204020303" pitchFamily="34" charset="0"/>
                  <a:ea typeface="微软雅黑"/>
                  <a:cs typeface="+mn-cs"/>
                </a:rPr>
                <a:t>LSTM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metr415 Blk BT" panose="020B0802020204020303" pitchFamily="34" charset="0"/>
                <a:ea typeface="微软雅黑"/>
                <a:cs typeface="+mn-cs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DC7DBF9B-888C-476B-814B-A0F4E2E2BF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567" y="1578463"/>
            <a:ext cx="5852172" cy="438912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388795" y="106118"/>
            <a:ext cx="3976322" cy="1118434"/>
            <a:chOff x="4388795" y="199351"/>
            <a:chExt cx="3414409" cy="1118434"/>
          </a:xfrm>
        </p:grpSpPr>
        <p:sp>
          <p:nvSpPr>
            <p:cNvPr id="5" name="矩形 4"/>
            <p:cNvSpPr/>
            <p:nvPr/>
          </p:nvSpPr>
          <p:spPr>
            <a:xfrm>
              <a:off x="4388795" y="496112"/>
              <a:ext cx="3414409" cy="62257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 panose="02080604020202020204" charset="0"/>
                <a:ea typeface="微软雅黑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693922" y="199351"/>
              <a:ext cx="804156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>
              <a:defPPr>
                <a:defRPr lang="zh-CN"/>
              </a:defPPr>
              <a:lvl1pPr marR="0" lvl="0" indent="0" algn="dist" defTabSz="-635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40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metr415 Blk BT" panose="020B0802020204020303" pitchFamily="34" charset="0"/>
                  <a:ea typeface="微软雅黑"/>
                </a:defRPr>
              </a:lvl1pPr>
            </a:lstStyle>
            <a:p>
              <a:pPr algn="ctr"/>
              <a:r>
                <a:rPr lang="en-US" altLang="zh-CN" sz="3600" dirty="0"/>
                <a:t>02</a:t>
              </a:r>
              <a:endParaRPr lang="zh-CN" altLang="en-US" sz="3600" dirty="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507151" y="794565"/>
              <a:ext cx="3177700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  <a:scene3d>
                <a:camera prst="orthographicFront"/>
                <a:lightRig rig="threePt" dir="t">
                  <a:rot lat="0" lon="0" rev="0"/>
                </a:lightRig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metr415 Blk BT" panose="020B0802020204020303" pitchFamily="34" charset="0"/>
                  <a:ea typeface="微软雅黑"/>
                  <a:cs typeface="+mn-cs"/>
                </a:rPr>
                <a:t>LSTM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metr415 Blk BT" panose="020B0802020204020303" pitchFamily="34" charset="0"/>
                <a:ea typeface="微软雅黑"/>
                <a:cs typeface="+mn-cs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3C34C566-3BF3-450C-A03A-DF40387F2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930" y="1523005"/>
            <a:ext cx="5852172" cy="438912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22404DB-4CD7-4716-B51D-CDAFE9F10830}"/>
              </a:ext>
            </a:extLst>
          </p:cNvPr>
          <p:cNvSpPr txBox="1"/>
          <p:nvPr/>
        </p:nvSpPr>
        <p:spPr>
          <a:xfrm>
            <a:off x="9542352" y="2453489"/>
            <a:ext cx="15028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units=128</a:t>
            </a:r>
          </a:p>
          <a:p>
            <a:r>
              <a:rPr lang="en-US" altLang="zh-CN"/>
              <a:t>epochs</a:t>
            </a:r>
            <a:r>
              <a:rPr lang="en-US" altLang="zh-CN" dirty="0"/>
              <a:t>=50, </a:t>
            </a:r>
            <a:r>
              <a:rPr lang="en-US" altLang="zh-CN" dirty="0" err="1"/>
              <a:t>batch_size</a:t>
            </a:r>
            <a:r>
              <a:rPr lang="en-US" altLang="zh-CN" dirty="0"/>
              <a:t>=40</a:t>
            </a:r>
          </a:p>
          <a:p>
            <a:r>
              <a:rPr lang="en-US" altLang="zh-CN" dirty="0"/>
              <a:t>Test RMSE: 0.036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97451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93</Words>
  <Application>Microsoft Office PowerPoint</Application>
  <PresentationFormat>宽屏</PresentationFormat>
  <Paragraphs>37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Geometr415 Blk BT</vt:lpstr>
      <vt:lpstr>等线</vt:lpstr>
      <vt:lpstr>宋体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黑白</dc:title>
  <dc:creator>第一PPT模板网-WWW.1PPT.COM</dc:creator>
  <cp:keywords>第一PPT模板网-WWW.1PPT.COM</cp:keywords>
  <cp:lastModifiedBy>lenovo</cp:lastModifiedBy>
  <cp:revision>163</cp:revision>
  <dcterms:created xsi:type="dcterms:W3CDTF">2018-04-03T04:22:21Z</dcterms:created>
  <dcterms:modified xsi:type="dcterms:W3CDTF">2018-04-23T21:15:41Z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2052-10.1.0.5672</vt:lpwstr>
  </property>
</Properties>
</file>